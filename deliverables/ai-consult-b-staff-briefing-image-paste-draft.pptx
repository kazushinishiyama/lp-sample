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c265aed2ec4487" /><Relationship Type="http://schemas.openxmlformats.org/officeDocument/2006/relationships/extended-properties" Target="/docProps/app.xml" Id="R8265493aa6184def" /><Relationship Type="http://schemas.openxmlformats.org/officeDocument/2006/relationships/officeDocument" Target="/ppt/presentation.xml" Id="R9c9c5d7fd74748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f6e6bd8faf4d31"/>
  </p:sldMasterIdLst>
  <p:notesMasterIdLst>
    <p:notesMasterId xmlns:r="http://schemas.openxmlformats.org/officeDocument/2006/relationships" r:id="R5dac8d197ae64d05"/>
  </p:notesMasterIdLst>
  <p:sldIdLst>
    <p:sldId xmlns:r="http://schemas.openxmlformats.org/officeDocument/2006/relationships" id="256" r:id="R7e545b5710444ce6"/>
    <p:sldId xmlns:r="http://schemas.openxmlformats.org/officeDocument/2006/relationships" id="257" r:id="R35617052da724465"/>
    <p:sldId xmlns:r="http://schemas.openxmlformats.org/officeDocument/2006/relationships" id="258" r:id="Ra63391bcbf0f4ee1"/>
    <p:sldId xmlns:r="http://schemas.openxmlformats.org/officeDocument/2006/relationships" id="259" r:id="R874794ba634b47a3"/>
    <p:sldId xmlns:r="http://schemas.openxmlformats.org/officeDocument/2006/relationships" id="260" r:id="Rd8bf3531fdfb4a4a"/>
    <p:sldId xmlns:r="http://schemas.openxmlformats.org/officeDocument/2006/relationships" id="261" r:id="R9a488314abe44848"/>
    <p:sldId xmlns:r="http://schemas.openxmlformats.org/officeDocument/2006/relationships" id="262" r:id="R255899a9107946b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f6e6bd8faf4d31" /><Relationship Type="http://schemas.openxmlformats.org/officeDocument/2006/relationships/theme" Target="/ppt/theme/theme1.xml" Id="Ref186e12635b46e3" /><Relationship Type="http://schemas.openxmlformats.org/officeDocument/2006/relationships/notesMaster" Target="/ppt/notesMasters/notesMaster1.xml" Id="R5dac8d197ae64d05" /><Relationship Type="http://schemas.openxmlformats.org/officeDocument/2006/relationships/presProps" Target="/ppt/presProps.xml" Id="Rf174790fbd1a428e" /><Relationship Type="http://schemas.openxmlformats.org/officeDocument/2006/relationships/viewProps" Target="/ppt/viewProps.xml" Id="R01b9ce196eef41a3" /><Relationship Type="http://schemas.openxmlformats.org/officeDocument/2006/relationships/tableStyles" Target="/ppt/tableStyles.xml" Id="R2dc4986d81b54580" /><Relationship Type="http://schemas.openxmlformats.org/officeDocument/2006/relationships/slide" Target="/ppt/slides/slide1.xml" Id="R7e545b5710444ce6" /><Relationship Type="http://schemas.openxmlformats.org/officeDocument/2006/relationships/slide" Target="/ppt/slides/slide2.xml" Id="R35617052da724465" /><Relationship Type="http://schemas.openxmlformats.org/officeDocument/2006/relationships/slide" Target="/ppt/slides/slide3.xml" Id="Ra63391bcbf0f4ee1" /><Relationship Type="http://schemas.openxmlformats.org/officeDocument/2006/relationships/slide" Target="/ppt/slides/slide4.xml" Id="R874794ba634b47a3" /><Relationship Type="http://schemas.openxmlformats.org/officeDocument/2006/relationships/slide" Target="/ppt/slides/slide5.xml" Id="Rd8bf3531fdfb4a4a" /><Relationship Type="http://schemas.openxmlformats.org/officeDocument/2006/relationships/slide" Target="/ppt/slides/slide6.xml" Id="R9a488314abe44848" /><Relationship Type="http://schemas.openxmlformats.org/officeDocument/2006/relationships/slide" Target="/ppt/slides/slide7.xml" Id="R255899a9107946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b2910375e0c41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78d73299734124" /><Relationship Type="http://schemas.openxmlformats.org/officeDocument/2006/relationships/notesMaster" Target="/ppt/notesMasters/notesMaster1.xml" Id="Rd96e4fe33e7e46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cb0b96ebd24371" /><Relationship Type="http://schemas.openxmlformats.org/officeDocument/2006/relationships/notesMaster" Target="/ppt/notesMasters/notesMaster1.xml" Id="R4a75e3e99e0345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a21b3e1cca412d" /><Relationship Type="http://schemas.openxmlformats.org/officeDocument/2006/relationships/notesMaster" Target="/ppt/notesMasters/notesMaster1.xml" Id="Re13ff2ed4fd74a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ccd07a97524b85" /><Relationship Type="http://schemas.openxmlformats.org/officeDocument/2006/relationships/notesMaster" Target="/ppt/notesMasters/notesMaster1.xml" Id="R0c7bd27d391a4e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d1ed8737654d9b" /><Relationship Type="http://schemas.openxmlformats.org/officeDocument/2006/relationships/notesMaster" Target="/ppt/notesMasters/notesMaster1.xml" Id="R676da8037bc843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1fa13836744987" /><Relationship Type="http://schemas.openxmlformats.org/officeDocument/2006/relationships/notesMaster" Target="/ppt/notesMasters/notesMaster1.xml" Id="R6bf5fde487e04b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45420932ed4dfb" /><Relationship Type="http://schemas.openxmlformats.org/officeDocument/2006/relationships/notesMaster" Target="/ppt/notesMasters/notesMaster1.xml" Id="R2aa1659205eb4e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ae55389805417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272194b608a471d" /><Relationship Type="http://schemas.openxmlformats.org/officeDocument/2006/relationships/slideLayout" Target="/ppt/slideLayouts/slideLayout2.xml" Id="R0f17d77e253049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17d77e253049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c7db36b1ac4400" /><Relationship Type="http://schemas.openxmlformats.org/officeDocument/2006/relationships/image" Target="/ppt/media/image.png" Id="R06f96fbbf4fc4ad1" /><Relationship Type="http://schemas.openxmlformats.org/officeDocument/2006/relationships/notesSlide" Target="/ppt/notesSlides/notesSlide1.xml" Id="R86346ccedd7540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d17c24baf545c4" /><Relationship Type="http://schemas.openxmlformats.org/officeDocument/2006/relationships/image" Target="/ppt/media/image2.png" Id="Rfd7aed5dd9fc40da" /><Relationship Type="http://schemas.openxmlformats.org/officeDocument/2006/relationships/notesSlide" Target="/ppt/notesSlides/notesSlide2.xml" Id="Reebf41fc29c541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bcfe8f76874024" /><Relationship Type="http://schemas.openxmlformats.org/officeDocument/2006/relationships/image" Target="/ppt/media/image3.png" Id="R1b9a699575f04527" /><Relationship Type="http://schemas.openxmlformats.org/officeDocument/2006/relationships/notesSlide" Target="/ppt/notesSlides/notesSlide3.xml" Id="R0ec85c42a9524a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42c8024a8d4975" /><Relationship Type="http://schemas.openxmlformats.org/officeDocument/2006/relationships/image" Target="/ppt/media/image4.png" Id="R7f9d13dbcc264166" /><Relationship Type="http://schemas.openxmlformats.org/officeDocument/2006/relationships/notesSlide" Target="/ppt/notesSlides/notesSlide4.xml" Id="R65feef1468b64a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849b00f4844482" /><Relationship Type="http://schemas.openxmlformats.org/officeDocument/2006/relationships/image" Target="/ppt/media/image5.png" Id="Rbea671c8b1694970" /><Relationship Type="http://schemas.openxmlformats.org/officeDocument/2006/relationships/notesSlide" Target="/ppt/notesSlides/notesSlide5.xml" Id="R1af62e83c9b04e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5165a3ebc248eb" /><Relationship Type="http://schemas.openxmlformats.org/officeDocument/2006/relationships/image" Target="/ppt/media/image6.png" Id="R1d1ce2103c0b42b7" /><Relationship Type="http://schemas.openxmlformats.org/officeDocument/2006/relationships/notesSlide" Target="/ppt/notesSlides/notesSlide6.xml" Id="R30eef7de12a448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88f40a1333486e" /><Relationship Type="http://schemas.openxmlformats.org/officeDocument/2006/relationships/image" Target="/ppt/media/image7.png" Id="R305482dc81064815" /><Relationship Type="http://schemas.openxmlformats.org/officeDocument/2006/relationships/notesSlide" Target="/ppt/notesSlides/notesSlide7.xml" Id="R29ed08a4e233417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f96fbbf4fc4a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4973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7aed5dd9fc40d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32857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a699575f0452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94080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9d13dbcc26416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8087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a671c8b169497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9046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ce2103c0b42b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94012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5482dc8106481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6158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2026-05-10T05:58:20.4450000Z</dcterms:created>
  <dcterms:modified xsi:type="dcterms:W3CDTF">2026-05-10T05:58:20.4450000Z</dcterms:modified>
</coreProperties>
</file>